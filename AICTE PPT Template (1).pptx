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6"/>
  </p:notesMasterIdLst>
  <p:sldIdLst>
    <p:sldId id="256" r:id="rId5"/>
    <p:sldId id="2146847054" r:id="rId6"/>
    <p:sldId id="262" r:id="rId7"/>
    <p:sldId id="263" r:id="rId8"/>
    <p:sldId id="265" r:id="rId9"/>
    <p:sldId id="2146847057" r:id="rId10"/>
    <p:sldId id="2146847060" r:id="rId11"/>
    <p:sldId id="2146847062" r:id="rId12"/>
    <p:sldId id="2146847061" r:id="rId13"/>
    <p:sldId id="2146847055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04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536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=""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=""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=""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2/12/2025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=""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=""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2/12/2025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=""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=""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2/12/2025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=""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=""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2/12/2025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=""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DATA HIDING IN IMAGE USIN STENOGRAPHY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SECURE THE DATA TO PREVENT HACKERS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: Baig Fatema.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: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Baig Fatema.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Name &amp; Department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: SBES College of science Abad.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                                                   CS department.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Technology used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Wow factor </a:t>
            </a:r>
            <a:endParaRPr lang="en-US" sz="2000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End users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Conclusion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Git-hub Link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Future scope</a:t>
            </a:r>
          </a:p>
          <a:p>
            <a:pPr marL="0" indent="0">
              <a:buNone/>
            </a:pPr>
            <a:endParaRPr lang="en-US" sz="2000" b="1" dirty="0">
              <a:latin typeface="Arial"/>
              <a:ea typeface="+mn-lt"/>
              <a:cs typeface="+mn-lt"/>
            </a:endParaRPr>
          </a:p>
          <a:p>
            <a:pPr marL="305435" indent="-305435"/>
            <a:endParaRPr lang="en-US" sz="2000" b="1" dirty="0">
              <a:latin typeface="Arial"/>
              <a:ea typeface="+mn-lt"/>
              <a:cs typeface="+mn-lt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In today's digital world, secure communication is essential to protect sensitive information from unauthorized access. Traditional encryption methods can attract attention, making hidden communication difficult. This project explores </a:t>
            </a:r>
            <a:r>
              <a:rPr lang="en-US" sz="2400" b="1" dirty="0"/>
              <a:t>steganography</a:t>
            </a:r>
            <a:r>
              <a:rPr lang="en-US" sz="2400" dirty="0"/>
              <a:t>, a technique that conceals secret messages within an image by modifying pixel values. The system ensures </a:t>
            </a:r>
            <a:r>
              <a:rPr lang="en-US" sz="2400" b="1" dirty="0"/>
              <a:t>message encryption and decryption</a:t>
            </a:r>
            <a:r>
              <a:rPr lang="en-US" sz="2400" dirty="0"/>
              <a:t> with a password, adding an extra layer of security. This method provides a </a:t>
            </a:r>
            <a:r>
              <a:rPr lang="en-US" sz="2400" b="1" dirty="0"/>
              <a:t>discreet and efficient</a:t>
            </a:r>
            <a:r>
              <a:rPr lang="en-US" sz="2400" dirty="0"/>
              <a:t> way to transmit confidential data without raising suspicion.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 used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2400" dirty="0"/>
              <a:t>This </a:t>
            </a:r>
            <a:r>
              <a:rPr lang="en-US" sz="2400" b="1" dirty="0"/>
              <a:t>Steganography Project</a:t>
            </a:r>
            <a:r>
              <a:rPr lang="en-US" sz="2400" dirty="0"/>
              <a:t> is implemented in </a:t>
            </a:r>
            <a:r>
              <a:rPr lang="en-US" sz="2400" b="1" dirty="0"/>
              <a:t>Python</a:t>
            </a:r>
            <a:r>
              <a:rPr lang="en-US" sz="2400" dirty="0"/>
              <a:t> using the </a:t>
            </a:r>
            <a:r>
              <a:rPr lang="en-US" sz="2400" b="1" dirty="0" err="1"/>
              <a:t>OpenCV</a:t>
            </a:r>
            <a:r>
              <a:rPr lang="en-US" sz="2400" b="1" dirty="0"/>
              <a:t> (cv2) library</a:t>
            </a:r>
            <a:r>
              <a:rPr lang="en-US" sz="2400" dirty="0"/>
              <a:t> for image processing and </a:t>
            </a:r>
            <a:r>
              <a:rPr lang="en-US" sz="2400" b="1" dirty="0"/>
              <a:t>OS module</a:t>
            </a:r>
            <a:r>
              <a:rPr lang="en-US" sz="2400" dirty="0"/>
              <a:t> for system operations. The project runs on </a:t>
            </a:r>
            <a:r>
              <a:rPr lang="en-US" sz="2400" b="1" dirty="0"/>
              <a:t>Windows/Linux</a:t>
            </a:r>
            <a:r>
              <a:rPr lang="en-US" sz="2400" dirty="0"/>
              <a:t> platforms and utilizes </a:t>
            </a:r>
            <a:r>
              <a:rPr lang="en-US" sz="2400" b="1" dirty="0"/>
              <a:t>ASCII encoding</a:t>
            </a:r>
            <a:r>
              <a:rPr lang="en-US" sz="2400" dirty="0"/>
              <a:t> to embed secret messages within pixel values of an image. A </a:t>
            </a:r>
            <a:r>
              <a:rPr lang="en-US" sz="2400" b="1" dirty="0"/>
              <a:t>password-based decryption mechanism</a:t>
            </a:r>
            <a:r>
              <a:rPr lang="en-US" sz="2400" dirty="0"/>
              <a:t> ensures restricted access to the hidden data. The </a:t>
            </a:r>
            <a:r>
              <a:rPr lang="en-US" sz="2400" b="1" dirty="0"/>
              <a:t>encrypted image is stored and can be retrieved</a:t>
            </a:r>
            <a:r>
              <a:rPr lang="en-US" sz="2400" dirty="0"/>
              <a:t> using the correct passcode. This method enables </a:t>
            </a:r>
            <a:r>
              <a:rPr lang="en-US" sz="2400" b="1" dirty="0"/>
              <a:t>secure and hidden communication</a:t>
            </a:r>
            <a:r>
              <a:rPr lang="en-US" sz="2400" dirty="0"/>
              <a:t> without drawing suspicion.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71730"/>
            <a:ext cx="11029616" cy="53029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Wow factors</a:t>
            </a:r>
            <a:endParaRPr lang="en-US" sz="32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04" y="1302026"/>
            <a:ext cx="11029615" cy="5359124"/>
          </a:xfrm>
        </p:spPr>
        <p:txBody>
          <a:bodyPr/>
          <a:lstStyle/>
          <a:p>
            <a:r>
              <a:rPr lang="en-US" sz="2000" b="1" dirty="0"/>
              <a:t>Unique Features of This Project</a:t>
            </a:r>
          </a:p>
          <a:p>
            <a:r>
              <a:rPr lang="en-US" sz="2000" b="1" dirty="0" smtClean="0"/>
              <a:t>Steganography-Based </a:t>
            </a:r>
            <a:r>
              <a:rPr lang="en-US" sz="2000" b="1" dirty="0"/>
              <a:t>Encryption</a:t>
            </a:r>
            <a:r>
              <a:rPr lang="en-US" sz="2000" dirty="0"/>
              <a:t> – Unlike traditional encryption, this project hides messages within image pixels, making the data invisible to outsiders.</a:t>
            </a:r>
            <a:br>
              <a:rPr lang="en-US" sz="2000" dirty="0"/>
            </a:br>
            <a:r>
              <a:rPr lang="en-US" sz="2000" b="1" dirty="0" smtClean="0"/>
              <a:t>Password-Protected </a:t>
            </a:r>
            <a:r>
              <a:rPr lang="en-US" sz="2000" b="1" dirty="0"/>
              <a:t>Decryption</a:t>
            </a:r>
            <a:r>
              <a:rPr lang="en-US" sz="2000" dirty="0"/>
              <a:t> – Only users with the correct passcode can retrieve the hidden message, adding an extra layer of security.</a:t>
            </a:r>
            <a:br>
              <a:rPr lang="en-US" sz="2000" dirty="0"/>
            </a:br>
            <a:r>
              <a:rPr lang="en-US" sz="2000" b="1" dirty="0" smtClean="0"/>
              <a:t>Lightweight </a:t>
            </a:r>
            <a:r>
              <a:rPr lang="en-US" sz="2000" b="1" dirty="0"/>
              <a:t>&amp; Efficient</a:t>
            </a:r>
            <a:r>
              <a:rPr lang="en-US" sz="2000" dirty="0"/>
              <a:t> – Uses simple </a:t>
            </a:r>
            <a:r>
              <a:rPr lang="en-US" sz="2000" b="1" dirty="0"/>
              <a:t>ASCII encoding</a:t>
            </a:r>
            <a:r>
              <a:rPr lang="en-US" sz="2000" dirty="0"/>
              <a:t> without significantly altering the image quality or size.</a:t>
            </a:r>
            <a:br>
              <a:rPr lang="en-US" sz="2000" dirty="0"/>
            </a:br>
            <a:r>
              <a:rPr lang="en-US" sz="2000" b="1" dirty="0" smtClean="0"/>
              <a:t>Cross-Platform </a:t>
            </a:r>
            <a:r>
              <a:rPr lang="en-US" sz="2000" b="1" dirty="0"/>
              <a:t>Compatibility</a:t>
            </a:r>
            <a:r>
              <a:rPr lang="en-US" sz="2000" dirty="0"/>
              <a:t> – Runs smoothly on </a:t>
            </a:r>
            <a:r>
              <a:rPr lang="en-US" sz="2000" b="1" dirty="0"/>
              <a:t>Windows &amp; Linux</a:t>
            </a:r>
            <a:r>
              <a:rPr lang="en-US" sz="2000" dirty="0"/>
              <a:t> using </a:t>
            </a:r>
            <a:r>
              <a:rPr lang="en-US" sz="2000" b="1" dirty="0"/>
              <a:t>Python, </a:t>
            </a:r>
            <a:r>
              <a:rPr lang="en-US" sz="2000" b="1" dirty="0" err="1"/>
              <a:t>OpenCV</a:t>
            </a:r>
            <a:r>
              <a:rPr lang="en-US" sz="2000" b="1" dirty="0"/>
              <a:t>, and OS modules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b="1" dirty="0" smtClean="0"/>
              <a:t>No </a:t>
            </a:r>
            <a:r>
              <a:rPr lang="en-US" sz="2000" b="1" dirty="0"/>
              <a:t>External Storage Needed</a:t>
            </a:r>
            <a:r>
              <a:rPr lang="en-US" sz="2000" dirty="0"/>
              <a:t> – The message is embedded within the image itself, eliminating the need for additional storage files.</a:t>
            </a:r>
            <a:br>
              <a:rPr lang="en-US" sz="2000" dirty="0"/>
            </a:br>
            <a:r>
              <a:rPr lang="en-US" sz="2000" b="1" dirty="0" smtClean="0"/>
              <a:t>User-Friendly </a:t>
            </a:r>
            <a:r>
              <a:rPr lang="en-US" sz="2000" b="1" dirty="0"/>
              <a:t>Execution</a:t>
            </a:r>
            <a:r>
              <a:rPr lang="en-US" sz="2000" dirty="0"/>
              <a:t> – The project is easy to use with simple input prompts for encryption and decryption, requiring no advanced technical knowledge. 🚀</a:t>
            </a:r>
          </a:p>
          <a:p>
            <a:pPr marL="0" indent="0">
              <a:buNone/>
            </a:pPr>
            <a:endParaRPr lang="en-IN" sz="1800" b="1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45986D-DBC5-8220-FE6F-7F2ABC7C4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End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B679E23-F86A-AFA9-FE9C-7F5A518E8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End Users of This Project</a:t>
            </a:r>
          </a:p>
          <a:p>
            <a:r>
              <a:rPr lang="en-IN" b="1" dirty="0" err="1" smtClean="0"/>
              <a:t>Cybersecurity</a:t>
            </a:r>
            <a:r>
              <a:rPr lang="en-IN" b="1" dirty="0" smtClean="0"/>
              <a:t> </a:t>
            </a:r>
            <a:r>
              <a:rPr lang="en-IN" b="1" dirty="0"/>
              <a:t>Professionals</a:t>
            </a:r>
            <a:r>
              <a:rPr lang="en-IN" dirty="0"/>
              <a:t> – Can use this technique for </a:t>
            </a:r>
            <a:r>
              <a:rPr lang="en-IN" b="1" dirty="0"/>
              <a:t>covert communication and data </a:t>
            </a:r>
            <a:r>
              <a:rPr lang="en-IN" b="1" dirty="0" smtClean="0"/>
              <a:t>protection</a:t>
            </a:r>
            <a:r>
              <a:rPr lang="en-IN" dirty="0" smtClean="0"/>
              <a:t>.</a:t>
            </a:r>
          </a:p>
          <a:p>
            <a:r>
              <a:rPr lang="en-IN" b="1" dirty="0" smtClean="0"/>
              <a:t>Journalists </a:t>
            </a:r>
            <a:r>
              <a:rPr lang="en-IN" b="1" dirty="0"/>
              <a:t>&amp; </a:t>
            </a:r>
            <a:r>
              <a:rPr lang="en-IN" b="1" dirty="0" err="1"/>
              <a:t>Whistleblowers</a:t>
            </a:r>
            <a:r>
              <a:rPr lang="en-IN" dirty="0"/>
              <a:t> – Helps safely </a:t>
            </a:r>
            <a:r>
              <a:rPr lang="en-IN" b="1" dirty="0"/>
              <a:t>transmit sensitive information</a:t>
            </a:r>
            <a:r>
              <a:rPr lang="en-IN" dirty="0"/>
              <a:t> without raising </a:t>
            </a:r>
            <a:r>
              <a:rPr lang="en-IN" dirty="0" smtClean="0"/>
              <a:t>suspicion.</a:t>
            </a:r>
          </a:p>
          <a:p>
            <a:r>
              <a:rPr lang="en-IN" b="1" dirty="0" smtClean="0"/>
              <a:t>Government </a:t>
            </a:r>
            <a:r>
              <a:rPr lang="en-IN" b="1" dirty="0"/>
              <a:t>&amp; Intelligence Agencies</a:t>
            </a:r>
            <a:r>
              <a:rPr lang="en-IN" dirty="0"/>
              <a:t> – Useful for </a:t>
            </a:r>
            <a:r>
              <a:rPr lang="en-IN" b="1" dirty="0"/>
              <a:t>secure and classified </a:t>
            </a:r>
            <a:r>
              <a:rPr lang="en-IN" b="1" dirty="0" smtClean="0"/>
              <a:t>communication</a:t>
            </a:r>
            <a:endParaRPr lang="en-IN" dirty="0"/>
          </a:p>
          <a:p>
            <a:r>
              <a:rPr lang="en-IN" b="1" dirty="0" smtClean="0"/>
              <a:t>Researchers </a:t>
            </a:r>
            <a:r>
              <a:rPr lang="en-IN" b="1" dirty="0"/>
              <a:t>&amp; Academicians</a:t>
            </a:r>
            <a:r>
              <a:rPr lang="en-IN" dirty="0"/>
              <a:t> – Can explore </a:t>
            </a:r>
            <a:r>
              <a:rPr lang="en-IN" b="1" dirty="0"/>
              <a:t>steganography applications</a:t>
            </a:r>
            <a:r>
              <a:rPr lang="en-IN" dirty="0"/>
              <a:t> in digital </a:t>
            </a:r>
            <a:r>
              <a:rPr lang="en-IN" dirty="0" smtClean="0"/>
              <a:t>security.</a:t>
            </a:r>
          </a:p>
          <a:p>
            <a:r>
              <a:rPr lang="en-IN" b="1" dirty="0" smtClean="0"/>
              <a:t>Individuals </a:t>
            </a:r>
            <a:r>
              <a:rPr lang="en-IN" b="1" dirty="0"/>
              <a:t>Concerned About Privacy</a:t>
            </a:r>
            <a:r>
              <a:rPr lang="en-IN" dirty="0"/>
              <a:t> – Enables </a:t>
            </a:r>
            <a:r>
              <a:rPr lang="en-IN" b="1" dirty="0"/>
              <a:t>personal message encryption</a:t>
            </a:r>
            <a:r>
              <a:rPr lang="en-IN" dirty="0"/>
              <a:t> for secure </a:t>
            </a:r>
            <a:r>
              <a:rPr lang="en-IN" dirty="0" smtClean="0"/>
              <a:t>exchanges.</a:t>
            </a:r>
          </a:p>
          <a:p>
            <a:r>
              <a:rPr lang="en-IN" b="1" dirty="0" smtClean="0"/>
              <a:t>Developers </a:t>
            </a:r>
            <a:r>
              <a:rPr lang="en-IN" b="1" dirty="0"/>
              <a:t>&amp; Ethical Hackers</a:t>
            </a:r>
            <a:r>
              <a:rPr lang="en-IN" dirty="0"/>
              <a:t> – Helps </a:t>
            </a:r>
            <a:r>
              <a:rPr lang="en-IN" b="1" dirty="0"/>
              <a:t>understand and implement</a:t>
            </a:r>
            <a:r>
              <a:rPr lang="en-IN" dirty="0"/>
              <a:t> hidden data transmission techniques. 🚀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19043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4F8070C-FF0D-BBE3-3D8A-C3794CCCE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Results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92" y="1301750"/>
            <a:ext cx="10763083" cy="4941888"/>
          </a:xfrm>
        </p:spPr>
      </p:pic>
    </p:spTree>
    <p:extLst>
      <p:ext uri="{BB962C8B-B14F-4D97-AF65-F5344CB8AC3E}">
        <p14:creationId xmlns:p14="http://schemas.microsoft.com/office/powerpoint/2010/main" val="2083715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4C6B3D-1072-C2D2-EBFE-E33CABE3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4974547-DF1B-77BB-E545-9344EDB9A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communication</a:t>
            </a:r>
            <a:r>
              <a:rPr lang="en-US" sz="2400" dirty="0"/>
              <a:t> by embedding secret messages within images. Unlike traditional encryption, this method keeps the data invisible, making it less likely to attract attention. The </a:t>
            </a:r>
            <a:r>
              <a:rPr lang="en-US" sz="2400" b="1" dirty="0"/>
              <a:t>password-protected decryption</a:t>
            </a:r>
            <a:r>
              <a:rPr lang="en-US" sz="2400" dirty="0"/>
              <a:t> ensures that only authorized users can access the hidden information, enhancing security. The project is lightweight, cross-platform compatible, and easy to implement, making it a valuable tool for </a:t>
            </a:r>
            <a:r>
              <a:rPr lang="en-US" sz="2400" b="1" dirty="0" err="1"/>
              <a:t>cybersecurity</a:t>
            </a:r>
            <a:r>
              <a:rPr lang="en-US" sz="2400" b="1" dirty="0"/>
              <a:t> professionals, journalists, and privacy-conscious users</a:t>
            </a:r>
            <a:r>
              <a:rPr lang="en-US" sz="2400" dirty="0"/>
              <a:t>. By leveraging </a:t>
            </a:r>
            <a:r>
              <a:rPr lang="en-US" sz="2400" b="1" dirty="0"/>
              <a:t>image-based encryption</a:t>
            </a:r>
            <a:r>
              <a:rPr lang="en-US" sz="2400" dirty="0"/>
              <a:t>, this project provides a </a:t>
            </a:r>
            <a:r>
              <a:rPr lang="en-US" sz="2400" b="1" dirty="0"/>
              <a:t>discreet and efficient</a:t>
            </a:r>
            <a:r>
              <a:rPr lang="en-US" sz="2400" dirty="0"/>
              <a:t> way to protect sensitive information in the digital world.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33882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8E9F08C-D61F-627D-C4E5-397E3E84F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1A299DD-46FA-7866-41D8-C1BFCC2F6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Make sure that there should be readme file</a:t>
            </a:r>
          </a:p>
        </p:txBody>
      </p:sp>
    </p:spTree>
    <p:extLst>
      <p:ext uri="{BB962C8B-B14F-4D97-AF65-F5344CB8AC3E}">
        <p14:creationId xmlns:p14="http://schemas.microsoft.com/office/powerpoint/2010/main" val="2230664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IN" b="1" dirty="0"/>
              <a:t>Enhanced Encryption Techniques</a:t>
            </a:r>
            <a:r>
              <a:rPr lang="en-IN" dirty="0"/>
              <a:t> – Implementing </a:t>
            </a:r>
            <a:r>
              <a:rPr lang="en-IN" b="1" dirty="0"/>
              <a:t>advanced cryptographic methods</a:t>
            </a:r>
            <a:r>
              <a:rPr lang="en-IN" dirty="0"/>
              <a:t> alongside steganography for added </a:t>
            </a:r>
            <a:r>
              <a:rPr lang="en-IN" dirty="0" smtClean="0"/>
              <a:t>security.</a:t>
            </a:r>
          </a:p>
          <a:p>
            <a:pPr marL="305435" indent="-305435"/>
            <a:r>
              <a:rPr lang="en-IN" b="1" dirty="0" smtClean="0"/>
              <a:t>Support </a:t>
            </a:r>
            <a:r>
              <a:rPr lang="en-IN" b="1" dirty="0"/>
              <a:t>for Multiple File Types</a:t>
            </a:r>
            <a:r>
              <a:rPr lang="en-IN" dirty="0"/>
              <a:t> – Expanding functionality to hide messages in </a:t>
            </a:r>
            <a:r>
              <a:rPr lang="en-IN" b="1" dirty="0"/>
              <a:t>audio, video, and text files</a:t>
            </a:r>
            <a:r>
              <a:rPr lang="en-IN" dirty="0"/>
              <a:t> instead of just </a:t>
            </a:r>
            <a:r>
              <a:rPr lang="en-IN" dirty="0" smtClean="0"/>
              <a:t>images.</a:t>
            </a:r>
          </a:p>
          <a:p>
            <a:pPr marL="305435" indent="-305435"/>
            <a:r>
              <a:rPr lang="en-IN" b="1" dirty="0" smtClean="0"/>
              <a:t>Increased </a:t>
            </a:r>
            <a:r>
              <a:rPr lang="en-IN" b="1" dirty="0"/>
              <a:t>Capacity</a:t>
            </a:r>
            <a:r>
              <a:rPr lang="en-IN" dirty="0"/>
              <a:t> – Optimizing pixel manipulation techniques to </a:t>
            </a:r>
            <a:r>
              <a:rPr lang="en-IN" b="1" dirty="0"/>
              <a:t>store larger messages</a:t>
            </a:r>
            <a:r>
              <a:rPr lang="en-IN" dirty="0"/>
              <a:t> without affecting image quality</a:t>
            </a:r>
            <a:r>
              <a:rPr lang="en-IN" dirty="0" smtClean="0"/>
              <a:t>.</a:t>
            </a:r>
          </a:p>
          <a:p>
            <a:pPr marL="305435" indent="-305435"/>
            <a:r>
              <a:rPr lang="en-IN" dirty="0" smtClean="0"/>
              <a:t> </a:t>
            </a:r>
            <a:r>
              <a:rPr lang="en-IN" b="1" dirty="0"/>
              <a:t>AI-Based Detection Prevention</a:t>
            </a:r>
            <a:r>
              <a:rPr lang="en-IN" dirty="0"/>
              <a:t> – Developing AI algorithms to make hidden messages </a:t>
            </a:r>
            <a:r>
              <a:rPr lang="en-IN" b="1" dirty="0"/>
              <a:t>undetectable by </a:t>
            </a:r>
            <a:r>
              <a:rPr lang="en-IN" b="1" dirty="0" err="1"/>
              <a:t>steganalysis</a:t>
            </a:r>
            <a:r>
              <a:rPr lang="en-IN" b="1" dirty="0"/>
              <a:t> </a:t>
            </a:r>
            <a:r>
              <a:rPr lang="en-IN" b="1" dirty="0" smtClean="0"/>
              <a:t>tools</a:t>
            </a:r>
            <a:endParaRPr lang="en-IN" dirty="0"/>
          </a:p>
          <a:p>
            <a:pPr marL="305435" indent="-305435"/>
            <a:r>
              <a:rPr lang="en-IN" dirty="0" smtClean="0"/>
              <a:t> </a:t>
            </a:r>
            <a:r>
              <a:rPr lang="en-IN" b="1" dirty="0"/>
              <a:t>Cloud Integration</a:t>
            </a:r>
            <a:r>
              <a:rPr lang="en-IN" dirty="0"/>
              <a:t> – Enabling secure </a:t>
            </a:r>
            <a:r>
              <a:rPr lang="en-IN" b="1" dirty="0"/>
              <a:t>storage and retrieval of </a:t>
            </a:r>
            <a:r>
              <a:rPr lang="en-IN" b="1" dirty="0" err="1"/>
              <a:t>stego</a:t>
            </a:r>
            <a:r>
              <a:rPr lang="en-IN" b="1" dirty="0"/>
              <a:t> images</a:t>
            </a:r>
            <a:r>
              <a:rPr lang="en-IN" dirty="0"/>
              <a:t> over cloud </a:t>
            </a:r>
            <a:r>
              <a:rPr lang="en-IN" dirty="0" smtClean="0"/>
              <a:t>platforms.</a:t>
            </a:r>
          </a:p>
          <a:p>
            <a:pPr marL="305435" indent="-305435"/>
            <a:r>
              <a:rPr lang="en-IN" b="1" dirty="0" smtClean="0"/>
              <a:t>Mobile </a:t>
            </a:r>
            <a:r>
              <a:rPr lang="en-IN" b="1" dirty="0"/>
              <a:t>&amp; Web Applications</a:t>
            </a:r>
            <a:r>
              <a:rPr lang="en-IN" dirty="0"/>
              <a:t> – Creating </a:t>
            </a:r>
            <a:r>
              <a:rPr lang="en-IN" b="1" dirty="0"/>
              <a:t>user-friendly apps</a:t>
            </a:r>
            <a:r>
              <a:rPr lang="en-IN" dirty="0"/>
              <a:t> for seamless encryption and decryption on </a:t>
            </a:r>
            <a:r>
              <a:rPr lang="en-IN" b="1" dirty="0"/>
              <a:t>smartphones and web browsers</a:t>
            </a:r>
            <a:r>
              <a:rPr lang="en-IN" dirty="0"/>
              <a:t>. 🚀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</a:t>
            </a:r>
            <a:r>
              <a:rPr lang="en-US" sz="4400" b="1" dirty="0" smtClean="0">
                <a:solidFill>
                  <a:schemeClr val="accent1"/>
                </a:solidFill>
                <a:latin typeface="Arial"/>
                <a:cs typeface="Arial"/>
              </a:rPr>
              <a:t>scope(optional)</a:t>
            </a:r>
            <a:endParaRPr lang="en-US" sz="4400" b="1" dirty="0">
              <a:solidFill>
                <a:schemeClr val="accent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0268AC5E70984D8FE60B7154176407" ma:contentTypeVersion="15" ma:contentTypeDescription="Create a new document." ma:contentTypeScope="" ma:versionID="104e359103f0f57b1cf9676756e5b944">
  <xsd:schema xmlns:xsd="http://www.w3.org/2001/XMLSchema" xmlns:xs="http://www.w3.org/2001/XMLSchema" xmlns:p="http://schemas.microsoft.com/office/2006/metadata/properties" xmlns:ns3="b30265f8-c5e2-4918-b4a1-b977299ca3e2" xmlns:ns4="fadb41d3-f9cb-40fb-903c-8cacaba95bb5" targetNamespace="http://schemas.microsoft.com/office/2006/metadata/properties" ma:root="true" ma:fieldsID="5615b8f8aa772998bad551f24a33de0e" ns3:_="" ns4:_="">
    <xsd:import namespace="b30265f8-c5e2-4918-b4a1-b977299ca3e2"/>
    <xsd:import namespace="fadb41d3-f9cb-40fb-903c-8cacaba95bb5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0265f8-c5e2-4918-b4a1-b977299ca3e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db41d3-f9cb-40fb-903c-8cacaba95bb5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30265f8-c5e2-4918-b4a1-b977299ca3e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D71778-17EE-4151-88AE-C8F4E8043B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0265f8-c5e2-4918-b4a1-b977299ca3e2"/>
    <ds:schemaRef ds:uri="fadb41d3-f9cb-40fb-903c-8cacaba95b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fadb41d3-f9cb-40fb-903c-8cacaba95bb5"/>
    <ds:schemaRef ds:uri="http://purl.org/dc/terms/"/>
    <ds:schemaRef ds:uri="b30265f8-c5e2-4918-b4a1-b977299ca3e2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63</TotalTime>
  <Words>541</Words>
  <Application>Microsoft Office PowerPoint</Application>
  <PresentationFormat>Widescreen</PresentationFormat>
  <Paragraphs>46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SECURE DATA HIDING IN IMAGE USIN STENOGRAPHY</vt:lpstr>
      <vt:lpstr>OUTLINE</vt:lpstr>
      <vt:lpstr>Problem Statement</vt:lpstr>
      <vt:lpstr>Technology  used</vt:lpstr>
      <vt:lpstr>Wow factors</vt:lpstr>
      <vt:lpstr>End users</vt:lpstr>
      <vt:lpstr>Results</vt:lpstr>
      <vt:lpstr>Conclusion</vt:lpstr>
      <vt:lpstr>GitHub Link</vt:lpstr>
      <vt:lpstr>PowerPoint Presentation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DELL</cp:lastModifiedBy>
  <cp:revision>28</cp:revision>
  <dcterms:created xsi:type="dcterms:W3CDTF">2021-05-26T16:50:10Z</dcterms:created>
  <dcterms:modified xsi:type="dcterms:W3CDTF">2025-02-12T13:26:46Z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0x0101007F0268AC5E70984D8FE60B7154176407</vt:lpwstr>
  </property>
</Properties>
</file>